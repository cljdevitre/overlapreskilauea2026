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4"/>
  </p:normalViewPr>
  <p:slideViewPr>
    <p:cSldViewPr snapToGrid="0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FA6B9-97BA-4DA0-8A27-AE39085FD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696D6-7F0F-FFE2-04F1-EDCE7E5E9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8270D-2F94-F169-59EC-FC5B45C5A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33503-ABE9-9848-ACD9-5503FC0FE2B7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7D3C5-2106-C792-19E3-36C4B6D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F6594-EA23-09E8-766E-CB350844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25D0-87DC-1C48-A4F9-2C9383EE4A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34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D5118-34B7-477A-8C19-5F02D4D28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AECEA-BEEC-0028-A7D6-6F311FF7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5DC36-C92A-F22E-3EE4-0E67A7620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33503-ABE9-9848-ACD9-5503FC0FE2B7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EE073-06D9-D9CB-80F3-23D6A10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7AE5C-BF98-3AA4-7A54-995DA732A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25D0-87DC-1C48-A4F9-2C9383EE4A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539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6E3E-1C31-6C71-CEA4-04CC657AF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C3A99-032F-C40E-5B90-DF896F0CB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C956A-E900-2B9B-907B-9CB52C92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33503-ABE9-9848-ACD9-5503FC0FE2B7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5AE77-EBB0-640F-5B29-FB2FB923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67557-3CFB-0FDF-76E8-D22B0216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25D0-87DC-1C48-A4F9-2C9383EE4A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6661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16C4-741F-5946-47C2-553953F30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B24E8-4702-E668-BE07-8DDFC4778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4064C-DC2E-70E1-796D-4469D7728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75EC0-52E0-5309-74DF-96B016AD2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33503-ABE9-9848-ACD9-5503FC0FE2B7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28ABD-66FE-F69E-13F6-7E4231EF1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C1367-7FC8-B82D-3E94-F9B05B7B4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25D0-87DC-1C48-A4F9-2C9383EE4A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70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16749-465C-9984-4B11-8C87A632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97648-49EF-D50A-A203-7ED98237C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22A2A-5D8C-9375-ACF0-F6E868D4C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2803D8-4DAD-5CBD-4FF8-9223B45F6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BE15C-2FF5-E723-D3CD-4C1652C18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4C1A6-75CA-049C-6704-2AF500B32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33503-ABE9-9848-ACD9-5503FC0FE2B7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A1D6A7-121B-62A1-39D1-D792603FC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D756F7-2866-02CB-3236-2A614B4B5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25D0-87DC-1C48-A4F9-2C9383EE4A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875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04E6-3639-341B-7DF3-1F40D88D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124BB-CD13-F128-2D7A-0095EA9CB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33503-ABE9-9848-ACD9-5503FC0FE2B7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E4A2B-45BC-6D4C-BEEC-E8CCFC06E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CFA588-8CB1-354C-F678-59D7E2BB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25D0-87DC-1C48-A4F9-2C9383EE4A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0288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B7470-1C94-517C-342F-423CC116F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33503-ABE9-9848-ACD9-5503FC0FE2B7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35782E-1F87-E467-6756-468B16E9F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B0FF0-E998-EA0F-2129-FB60EED8B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25D0-87DC-1C48-A4F9-2C9383EE4A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883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E9DD-8077-C1CF-B448-267ACFBB2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13209-365A-615E-A62F-3EC515CB8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6273E-396F-DA8D-A808-22D9D79A5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CB360-060A-4891-1AFC-429E578B6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33503-ABE9-9848-ACD9-5503FC0FE2B7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857BF-6A31-3399-37B2-97158179D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D3951-7FE0-39C0-0E3C-614D9EAC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25D0-87DC-1C48-A4F9-2C9383EE4A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2342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A2DE7-A24F-8773-6D15-BEA84C742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C2597-6020-A136-6CD6-4B06294EEF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7B4B0-7C09-65AB-EB2E-232F0A089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06EE1-C44A-C2A8-93B9-51847ACFA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33503-ABE9-9848-ACD9-5503FC0FE2B7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B4F94-16F8-B9D6-B189-AEC9D4EA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7BD52-5753-35B6-17CA-6F67DBB0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25D0-87DC-1C48-A4F9-2C9383EE4A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417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1336-E9A6-31E6-B335-5810AD619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B49F4-968C-C1F8-7E78-0D9E103C1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5A6F0-5CB7-4D9C-FDA9-EE0C7C3B8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33503-ABE9-9848-ACD9-5503FC0FE2B7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6DA0-C281-B252-9847-AF825896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E68CC-01BC-35B2-9045-8ED8BE7DE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25D0-87DC-1C48-A4F9-2C9383EE4A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761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249EF-E051-7A12-9437-2F3911978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4660-1D3F-285E-9C80-6288604A6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F5400-B580-9E14-2B48-F29E8A53F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33503-ABE9-9848-ACD9-5503FC0FE2B7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95523-F700-A9F1-F186-752B64AB5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A2301-3D76-2378-7DD7-67CE4358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25D0-87DC-1C48-A4F9-2C9383EE4A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1739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732F37-6DFD-7641-6451-45028845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41552-678B-944C-A07E-BB697CCF8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9B0ED-399B-E733-A954-415165B39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833503-ABE9-9848-ACD9-5503FC0FE2B7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A7ABA-09AC-7CE7-06EE-444F1CF5E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0E313-1797-00CA-E794-E708A323E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625D0-87DC-1C48-A4F9-2C9383EE4A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7159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2E2CF4-4861-6BF7-5FC3-EC3B9AEBA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65" y="327293"/>
            <a:ext cx="8890782" cy="635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6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DF5D-886B-4078-D1C3-EEC8C591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C32E4D-6CEB-B08C-8A60-AF300FB2C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93" y="76231"/>
            <a:ext cx="4587606" cy="33527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5BA15B-0942-EB0B-6327-D26C75337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622" y="21183"/>
            <a:ext cx="4662929" cy="34078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B6EF59-046F-DBA5-2D09-B90D0814B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6069" y="3428999"/>
            <a:ext cx="4662928" cy="34078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F67BEB-4E0A-405F-0882-3C4482BAEB34}"/>
              </a:ext>
            </a:extLst>
          </p:cNvPr>
          <p:cNvSpPr txBox="1"/>
          <p:nvPr/>
        </p:nvSpPr>
        <p:spPr>
          <a:xfrm>
            <a:off x="1344449" y="262759"/>
            <a:ext cx="1777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Pre-Post 2018</a:t>
            </a:r>
          </a:p>
          <a:p>
            <a:r>
              <a:rPr lang="en-US" dirty="0"/>
              <a:t>Summit FI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977A5-EBCA-C98B-BB10-D1C7F232BAE2}"/>
              </a:ext>
            </a:extLst>
          </p:cNvPr>
          <p:cNvSpPr txBox="1"/>
          <p:nvPr/>
        </p:nvSpPr>
        <p:spPr>
          <a:xfrm>
            <a:off x="8833069" y="1078760"/>
            <a:ext cx="1777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Pre-Post 2018</a:t>
            </a:r>
          </a:p>
          <a:p>
            <a:r>
              <a:rPr lang="en-US" dirty="0"/>
              <a:t>Rift Zone FI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3BEA48-ACA0-125D-8273-B12B2C262598}"/>
              </a:ext>
            </a:extLst>
          </p:cNvPr>
          <p:cNvSpPr txBox="1"/>
          <p:nvPr/>
        </p:nvSpPr>
        <p:spPr>
          <a:xfrm>
            <a:off x="6336863" y="4486576"/>
            <a:ext cx="1777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Rift vs</a:t>
            </a:r>
          </a:p>
          <a:p>
            <a:r>
              <a:rPr lang="en-US" dirty="0"/>
              <a:t>All Summit FI</a:t>
            </a:r>
          </a:p>
        </p:txBody>
      </p:sp>
    </p:spTree>
    <p:extLst>
      <p:ext uri="{BB962C8B-B14F-4D97-AF65-F5344CB8AC3E}">
        <p14:creationId xmlns:p14="http://schemas.microsoft.com/office/powerpoint/2010/main" val="2993261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Charlotte Devitre</dc:creator>
  <cp:lastModifiedBy>Charlotte Devitre</cp:lastModifiedBy>
  <cp:revision>1</cp:revision>
  <dcterms:created xsi:type="dcterms:W3CDTF">2025-12-03T22:53:38Z</dcterms:created>
  <dcterms:modified xsi:type="dcterms:W3CDTF">2025-12-03T23:06:21Z</dcterms:modified>
</cp:coreProperties>
</file>